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3" r:id="rId17"/>
    <p:sldId id="271" r:id="rId18"/>
    <p:sldId id="272" r:id="rId1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77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0C995-5EF2-4E30-B6A0-E30245755962}" type="datetimeFigureOut">
              <a:rPr lang="ru-RU" smtClean="0"/>
              <a:t>23.06.2025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62D9C-A512-4C7B-8A8D-6CEB064AF9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15005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0C995-5EF2-4E30-B6A0-E30245755962}" type="datetimeFigureOut">
              <a:rPr lang="ru-RU" smtClean="0"/>
              <a:t>23.06.2025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62D9C-A512-4C7B-8A8D-6CEB064AF9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38179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0C995-5EF2-4E30-B6A0-E30245755962}" type="datetimeFigureOut">
              <a:rPr lang="ru-RU" smtClean="0"/>
              <a:t>23.06.2025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62D9C-A512-4C7B-8A8D-6CEB064AF9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39032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0C995-5EF2-4E30-B6A0-E30245755962}" type="datetimeFigureOut">
              <a:rPr lang="ru-RU" smtClean="0"/>
              <a:t>23.06.2025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62D9C-A512-4C7B-8A8D-6CEB064AF9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91927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0C995-5EF2-4E30-B6A0-E30245755962}" type="datetimeFigureOut">
              <a:rPr lang="ru-RU" smtClean="0"/>
              <a:t>23.06.2025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62D9C-A512-4C7B-8A8D-6CEB064AF9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9247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0C995-5EF2-4E30-B6A0-E30245755962}" type="datetimeFigureOut">
              <a:rPr lang="ru-RU" smtClean="0"/>
              <a:t>23.06.2025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62D9C-A512-4C7B-8A8D-6CEB064AF9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6510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0C995-5EF2-4E30-B6A0-E30245755962}" type="datetimeFigureOut">
              <a:rPr lang="ru-RU" smtClean="0"/>
              <a:t>23.06.2025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62D9C-A512-4C7B-8A8D-6CEB064AF9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8054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0C995-5EF2-4E30-B6A0-E30245755962}" type="datetimeFigureOut">
              <a:rPr lang="ru-RU" smtClean="0"/>
              <a:t>23.06.2025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62D9C-A512-4C7B-8A8D-6CEB064AF9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38246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0C995-5EF2-4E30-B6A0-E30245755962}" type="datetimeFigureOut">
              <a:rPr lang="ru-RU" smtClean="0"/>
              <a:t>23.06.2025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62D9C-A512-4C7B-8A8D-6CEB064AF9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4044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0C995-5EF2-4E30-B6A0-E30245755962}" type="datetimeFigureOut">
              <a:rPr lang="ru-RU" smtClean="0"/>
              <a:t>23.06.2025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62D9C-A512-4C7B-8A8D-6CEB064AF9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01087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0C995-5EF2-4E30-B6A0-E30245755962}" type="datetimeFigureOut">
              <a:rPr lang="ru-RU" smtClean="0"/>
              <a:t>23.06.2025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62D9C-A512-4C7B-8A8D-6CEB064AF9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46515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40C995-5EF2-4E30-B6A0-E30245755962}" type="datetimeFigureOut">
              <a:rPr lang="ru-RU" smtClean="0"/>
              <a:t>23.06.2025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262D9C-A512-4C7B-8A8D-6CEB064AF91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60757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 smtClean="0"/>
              <a:t>OnlineLibrary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smtClean="0"/>
              <a:t>Автор проекта</a:t>
            </a:r>
            <a:r>
              <a:rPr lang="en-US" dirty="0" smtClean="0"/>
              <a:t>:</a:t>
            </a:r>
            <a:r>
              <a:rPr lang="ru-RU" dirty="0" smtClean="0"/>
              <a:t> </a:t>
            </a:r>
            <a:r>
              <a:rPr lang="ru-RU" dirty="0" err="1" smtClean="0"/>
              <a:t>Копенкин</a:t>
            </a:r>
            <a:r>
              <a:rPr lang="ru-RU" dirty="0" smtClean="0"/>
              <a:t> Кирилл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325903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Идея проекта</a:t>
            </a:r>
            <a:r>
              <a:rPr lang="en-US" dirty="0" smtClean="0"/>
              <a:t>: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Написать программу </a:t>
            </a:r>
            <a:r>
              <a:rPr lang="en-US" dirty="0" smtClean="0"/>
              <a:t>“</a:t>
            </a:r>
            <a:r>
              <a:rPr lang="en-US" dirty="0" err="1" smtClean="0"/>
              <a:t>OnlineLibrary</a:t>
            </a:r>
            <a:r>
              <a:rPr lang="en-US" dirty="0" smtClean="0"/>
              <a:t>”, </a:t>
            </a:r>
            <a:r>
              <a:rPr lang="ru-RU" dirty="0" smtClean="0"/>
              <a:t>используя для этого </a:t>
            </a:r>
            <a:r>
              <a:rPr lang="en-US" dirty="0" smtClean="0"/>
              <a:t>Flask, </a:t>
            </a:r>
            <a:r>
              <a:rPr lang="en-US" dirty="0" err="1" smtClean="0"/>
              <a:t>slqalchemy</a:t>
            </a:r>
            <a:r>
              <a:rPr lang="en-US" dirty="0" smtClean="0"/>
              <a:t> </a:t>
            </a:r>
            <a:r>
              <a:rPr lang="ru-RU" dirty="0" smtClean="0"/>
              <a:t>и т. д.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293191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Задачи проекта</a:t>
            </a:r>
            <a:r>
              <a:rPr lang="en-US" dirty="0" smtClean="0"/>
              <a:t>: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Запомнить</a:t>
            </a:r>
            <a:r>
              <a:rPr lang="en-US" dirty="0" smtClean="0"/>
              <a:t>,</a:t>
            </a:r>
            <a:r>
              <a:rPr lang="en-US" dirty="0"/>
              <a:t> </a:t>
            </a:r>
            <a:r>
              <a:rPr lang="ru-RU" dirty="0" smtClean="0"/>
              <a:t>применить</a:t>
            </a:r>
            <a:r>
              <a:rPr lang="en-US" dirty="0" smtClean="0"/>
              <a:t>,</a:t>
            </a:r>
            <a:r>
              <a:rPr lang="ru-RU" dirty="0" smtClean="0"/>
              <a:t> узнать различные функции в </a:t>
            </a:r>
            <a:r>
              <a:rPr lang="en-US" dirty="0" smtClean="0"/>
              <a:t>Flask.</a:t>
            </a:r>
          </a:p>
          <a:p>
            <a:r>
              <a:rPr lang="ru-RU" dirty="0" smtClean="0"/>
              <a:t>Поработать с базой данных </a:t>
            </a:r>
            <a:r>
              <a:rPr lang="en-US" dirty="0" smtClean="0"/>
              <a:t>sqlite3 </a:t>
            </a:r>
            <a:r>
              <a:rPr lang="ru-RU" dirty="0" smtClean="0"/>
              <a:t>с помощью </a:t>
            </a:r>
            <a:r>
              <a:rPr lang="en-US" dirty="0" err="1" smtClean="0"/>
              <a:t>sqlalchemy</a:t>
            </a:r>
            <a:r>
              <a:rPr lang="en-US" dirty="0" smtClean="0"/>
              <a:t>.</a:t>
            </a:r>
          </a:p>
          <a:p>
            <a:r>
              <a:rPr lang="ru-RU" dirty="0" smtClean="0"/>
              <a:t>Поработать с файлами (</a:t>
            </a:r>
            <a:r>
              <a:rPr lang="en-US" dirty="0" err="1" smtClean="0"/>
              <a:t>png</a:t>
            </a:r>
            <a:r>
              <a:rPr lang="en-US" dirty="0" smtClean="0"/>
              <a:t>, jpg, pdf),</a:t>
            </a:r>
            <a:r>
              <a:rPr lang="ru-RU" dirty="0" smtClean="0"/>
              <a:t> и узнать новые модули для работы с файлами.</a:t>
            </a:r>
          </a:p>
          <a:p>
            <a:r>
              <a:rPr lang="ru-RU" dirty="0" smtClean="0"/>
              <a:t>Написать интуитивно понятный дизайн для сайта с использованием компонентов </a:t>
            </a:r>
            <a:r>
              <a:rPr lang="en-US" dirty="0" smtClean="0"/>
              <a:t>Bootstrap, html, </a:t>
            </a:r>
            <a:r>
              <a:rPr lang="en-US" dirty="0" err="1" smtClean="0"/>
              <a:t>css</a:t>
            </a:r>
            <a:r>
              <a:rPr lang="en-US" dirty="0" smtClean="0"/>
              <a:t>.</a:t>
            </a:r>
          </a:p>
          <a:p>
            <a:r>
              <a:rPr lang="ru-RU" dirty="0" smtClean="0"/>
              <a:t>Написать многофункциональный сайт.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10686464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97600"/>
          </a:xfrm>
        </p:spPr>
        <p:txBody>
          <a:bodyPr/>
          <a:lstStyle/>
          <a:p>
            <a:r>
              <a:rPr lang="en-US" dirty="0" smtClean="0"/>
              <a:t>                                 </a:t>
            </a:r>
            <a:r>
              <a:rPr lang="ru-RU" sz="6000" dirty="0" smtClean="0"/>
              <a:t>Проект</a:t>
            </a:r>
            <a:r>
              <a:rPr lang="en-US" dirty="0" smtClean="0"/>
              <a:t>: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 flipH="1">
            <a:off x="4772025" y="3457574"/>
            <a:ext cx="962025" cy="271938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710897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Главная страница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45538" y="1825625"/>
            <a:ext cx="970092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54861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Страница регистрации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81161" y="1825625"/>
            <a:ext cx="962967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1572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Страница авторизации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9459" y="1825625"/>
            <a:ext cx="979308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4673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Главная страница (для авторизованных пользователей)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20652" y="1825625"/>
            <a:ext cx="975069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6762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Главная страница (для администратора)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21787" y="1825625"/>
            <a:ext cx="974842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381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Страница с избранным книгами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23221" y="1825625"/>
            <a:ext cx="974555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16245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Пример работы фильтров на главной странице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23727" y="1825625"/>
            <a:ext cx="974454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52700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Страница с подробной информацией о книге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12372" y="1825625"/>
            <a:ext cx="976725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63664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Добавление книг (для администратора)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56351" y="1825625"/>
            <a:ext cx="9679298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47840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Редактирование книги (для администратора)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76640" y="1825625"/>
            <a:ext cx="963871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5828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Особенности приложения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 smtClean="0"/>
              <a:t>Администратор может добавлять</a:t>
            </a:r>
            <a:r>
              <a:rPr lang="en-US" dirty="0" smtClean="0"/>
              <a:t>,</a:t>
            </a:r>
            <a:r>
              <a:rPr lang="ru-RU" dirty="0" smtClean="0"/>
              <a:t> редактировать</a:t>
            </a:r>
            <a:r>
              <a:rPr lang="en-US" dirty="0" smtClean="0"/>
              <a:t>,</a:t>
            </a:r>
            <a:r>
              <a:rPr lang="ru-RU" dirty="0" smtClean="0"/>
              <a:t> удалять книги</a:t>
            </a:r>
            <a:r>
              <a:rPr lang="ru-RU" dirty="0"/>
              <a:t> </a:t>
            </a:r>
            <a:r>
              <a:rPr lang="ru-RU" dirty="0" smtClean="0"/>
              <a:t>в отличие от обычного авторизованного пользователя.</a:t>
            </a:r>
            <a:endParaRPr lang="ru-RU" dirty="0"/>
          </a:p>
          <a:p>
            <a:r>
              <a:rPr lang="ru-RU" dirty="0" smtClean="0"/>
              <a:t>Авторизованный пользователь может добавлять книги в избранное</a:t>
            </a:r>
            <a:r>
              <a:rPr lang="ru-RU" dirty="0"/>
              <a:t> </a:t>
            </a:r>
            <a:r>
              <a:rPr lang="ru-RU" dirty="0" smtClean="0"/>
              <a:t>в отличие от неавторизованного.</a:t>
            </a:r>
          </a:p>
          <a:p>
            <a:r>
              <a:rPr lang="ru-RU" dirty="0" smtClean="0"/>
              <a:t>Все пользователи могут скачивать</a:t>
            </a:r>
            <a:r>
              <a:rPr lang="en-US" dirty="0" smtClean="0"/>
              <a:t>, </a:t>
            </a:r>
            <a:r>
              <a:rPr lang="ru-RU" dirty="0" smtClean="0"/>
              <a:t>читать</a:t>
            </a:r>
            <a:r>
              <a:rPr lang="en-US" dirty="0" smtClean="0"/>
              <a:t>, </a:t>
            </a:r>
            <a:r>
              <a:rPr lang="ru-RU" dirty="0" smtClean="0"/>
              <a:t>просматривать подробную информацию о книге</a:t>
            </a:r>
            <a:r>
              <a:rPr lang="ru-RU" dirty="0"/>
              <a:t> </a:t>
            </a:r>
            <a:r>
              <a:rPr lang="ru-RU" dirty="0" smtClean="0"/>
              <a:t>на сайте.</a:t>
            </a:r>
          </a:p>
          <a:p>
            <a:r>
              <a:rPr lang="ru-RU" dirty="0" smtClean="0"/>
              <a:t>Раздел избранных книг для каждого пользователя индивидуален</a:t>
            </a:r>
            <a:r>
              <a:rPr lang="en-US" dirty="0" smtClean="0"/>
              <a:t>,</a:t>
            </a:r>
            <a:r>
              <a:rPr lang="ru-RU" dirty="0" smtClean="0"/>
              <a:t> и видеть свои книги могут только они. Для этого реализована связь </a:t>
            </a:r>
            <a:r>
              <a:rPr lang="en-US" dirty="0" smtClean="0"/>
              <a:t>“</a:t>
            </a:r>
            <a:r>
              <a:rPr lang="ru-RU" dirty="0" smtClean="0"/>
              <a:t>многие ко многим</a:t>
            </a:r>
            <a:r>
              <a:rPr lang="en-US" dirty="0" smtClean="0"/>
              <a:t>”</a:t>
            </a:r>
            <a:r>
              <a:rPr lang="ru-RU" dirty="0" smtClean="0"/>
              <a:t> между таблицей с пользователями и таблицей с книгами.</a:t>
            </a:r>
          </a:p>
          <a:p>
            <a:r>
              <a:rPr lang="ru-RU" dirty="0" smtClean="0"/>
              <a:t>Для добавления книг в избранное используются динамические кнопки</a:t>
            </a:r>
            <a:r>
              <a:rPr lang="en-US" dirty="0" smtClean="0"/>
              <a:t>,</a:t>
            </a:r>
            <a:r>
              <a:rPr lang="ru-RU" dirty="0" smtClean="0"/>
              <a:t> которые меняют свой вид при нажатии.</a:t>
            </a:r>
          </a:p>
          <a:p>
            <a:r>
              <a:rPr lang="ru-RU" dirty="0" smtClean="0"/>
              <a:t>Есть деление книг на жанры и фильтрация книг по жанрам.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672552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2377439"/>
            <a:ext cx="3759926" cy="1789611"/>
          </a:xfrm>
        </p:spPr>
        <p:txBody>
          <a:bodyPr/>
          <a:lstStyle/>
          <a:p>
            <a:r>
              <a:rPr lang="ru-RU" dirty="0" smtClean="0"/>
              <a:t>Схема базы данных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394961" y="274319"/>
            <a:ext cx="6035040" cy="634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5168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64158">
              <a:srgbClr val="BED7EE"/>
            </a:gs>
            <a:gs pos="0">
              <a:schemeClr val="accent1">
                <a:lumMod val="5000"/>
                <a:lumOff val="95000"/>
              </a:schemeClr>
            </a:gs>
            <a:gs pos="100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Возможные доработки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Возможность фильтровать книги не только по жанрам</a:t>
            </a:r>
            <a:r>
              <a:rPr lang="en-US" dirty="0" smtClean="0"/>
              <a:t>, </a:t>
            </a:r>
            <a:r>
              <a:rPr lang="ru-RU" dirty="0" smtClean="0"/>
              <a:t>но и по названию</a:t>
            </a:r>
            <a:r>
              <a:rPr lang="en-US" dirty="0" smtClean="0"/>
              <a:t>, </a:t>
            </a:r>
            <a:r>
              <a:rPr lang="ru-RU" dirty="0" smtClean="0"/>
              <a:t>добавлениям в избранное и т. д.</a:t>
            </a:r>
          </a:p>
          <a:p>
            <a:r>
              <a:rPr lang="ru-RU" dirty="0" smtClean="0"/>
              <a:t>Сделать для обычных авторизованных пользователей возможность добавлять книги</a:t>
            </a:r>
            <a:r>
              <a:rPr lang="en-US" dirty="0" smtClean="0"/>
              <a:t>,</a:t>
            </a:r>
            <a:r>
              <a:rPr lang="ru-RU" dirty="0" smtClean="0"/>
              <a:t> которые администратор либо принимает</a:t>
            </a:r>
            <a:r>
              <a:rPr lang="en-US" dirty="0" smtClean="0"/>
              <a:t>,</a:t>
            </a:r>
            <a:r>
              <a:rPr lang="ru-RU" dirty="0" smtClean="0"/>
              <a:t> либо отклоняет</a:t>
            </a:r>
            <a:r>
              <a:rPr lang="ru-RU" dirty="0"/>
              <a:t>.</a:t>
            </a:r>
            <a:r>
              <a:rPr lang="ru-RU" dirty="0" smtClean="0"/>
              <a:t> 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161821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39052" y="365125"/>
            <a:ext cx="10276637" cy="1325563"/>
          </a:xfrm>
        </p:spPr>
        <p:txBody>
          <a:bodyPr/>
          <a:lstStyle/>
          <a:p>
            <a:r>
              <a:rPr lang="ru-RU" dirty="0" smtClean="0"/>
              <a:t>  Ссылка на сайт                 </a:t>
            </a:r>
            <a:r>
              <a:rPr lang="ru-RU" dirty="0" smtClean="0"/>
              <a:t>Ссылка </a:t>
            </a:r>
            <a:r>
              <a:rPr lang="ru-RU" dirty="0" smtClean="0"/>
              <a:t>на </a:t>
            </a:r>
            <a:r>
              <a:rPr lang="en-US" dirty="0" err="1" smtClean="0"/>
              <a:t>github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46482" y="1690688"/>
            <a:ext cx="4369207" cy="4351338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9052" y="1690688"/>
            <a:ext cx="442434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743207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290</Words>
  <Application>Microsoft Office PowerPoint</Application>
  <PresentationFormat>Широкоэкранный</PresentationFormat>
  <Paragraphs>33</Paragraphs>
  <Slides>18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2" baseType="lpstr">
      <vt:lpstr>Arial</vt:lpstr>
      <vt:lpstr>Calibri</vt:lpstr>
      <vt:lpstr>Calibri Light</vt:lpstr>
      <vt:lpstr>Тема Office</vt:lpstr>
      <vt:lpstr>OnlineLibrary</vt:lpstr>
      <vt:lpstr>Идея проекта:</vt:lpstr>
      <vt:lpstr>Задачи проекта:</vt:lpstr>
      <vt:lpstr>                                 Проект:</vt:lpstr>
      <vt:lpstr>Главная страница</vt:lpstr>
      <vt:lpstr>Страница регистрации</vt:lpstr>
      <vt:lpstr>Страница авторизации</vt:lpstr>
      <vt:lpstr>Главная страница (для авторизованных пользователей)</vt:lpstr>
      <vt:lpstr>Главная страница (для администратора)</vt:lpstr>
      <vt:lpstr>Страница с избранным книгами</vt:lpstr>
      <vt:lpstr>Пример работы фильтров на главной странице</vt:lpstr>
      <vt:lpstr>Страница с подробной информацией о книге</vt:lpstr>
      <vt:lpstr>Добавление книг (для администратора)</vt:lpstr>
      <vt:lpstr>Редактирование книги (для администратора)</vt:lpstr>
      <vt:lpstr>Особенности приложения</vt:lpstr>
      <vt:lpstr>Схема базы данных</vt:lpstr>
      <vt:lpstr>Возможные доработки</vt:lpstr>
      <vt:lpstr>  Ссылка на сайт                 Ссылка на github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OnlineLibrary</dc:title>
  <dc:creator>Name</dc:creator>
  <cp:lastModifiedBy>Name</cp:lastModifiedBy>
  <cp:revision>9</cp:revision>
  <dcterms:created xsi:type="dcterms:W3CDTF">2025-05-18T17:19:36Z</dcterms:created>
  <dcterms:modified xsi:type="dcterms:W3CDTF">2025-06-23T19:03:09Z</dcterms:modified>
</cp:coreProperties>
</file>