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0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81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90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19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24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51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05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2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04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10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65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0C995-5EF2-4E30-B6A0-E30245755962}" type="datetimeFigureOut">
              <a:rPr lang="ru-RU" smtClean="0"/>
              <a:t>23.06.2025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62D9C-A512-4C7B-8A8D-6CEB064AF9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07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OnlineLibrary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Автор проекта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Копенкин</a:t>
            </a:r>
            <a:r>
              <a:rPr lang="ru-RU" dirty="0" smtClean="0"/>
              <a:t> Кирилл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259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Написать программу </a:t>
            </a:r>
            <a:r>
              <a:rPr lang="en-US" dirty="0" smtClean="0"/>
              <a:t>“</a:t>
            </a:r>
            <a:r>
              <a:rPr lang="en-US" dirty="0" err="1" smtClean="0"/>
              <a:t>OnlineLibrary</a:t>
            </a:r>
            <a:r>
              <a:rPr lang="en-US" dirty="0" smtClean="0"/>
              <a:t>”, </a:t>
            </a:r>
            <a:r>
              <a:rPr lang="ru-RU" dirty="0" smtClean="0"/>
              <a:t>используя для этого </a:t>
            </a:r>
            <a:r>
              <a:rPr lang="en-US" dirty="0" smtClean="0"/>
              <a:t>Flask, </a:t>
            </a:r>
            <a:r>
              <a:rPr lang="en-US" dirty="0" err="1" smtClean="0"/>
              <a:t>slqalchemy</a:t>
            </a:r>
            <a:r>
              <a:rPr lang="en-US" dirty="0" smtClean="0"/>
              <a:t> </a:t>
            </a:r>
            <a:r>
              <a:rPr lang="ru-RU" dirty="0" smtClean="0"/>
              <a:t>и т. 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931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проекта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Запомнить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ru-RU" dirty="0" smtClean="0"/>
              <a:t>применить</a:t>
            </a:r>
            <a:r>
              <a:rPr lang="en-US" dirty="0" smtClean="0"/>
              <a:t>,</a:t>
            </a:r>
            <a:r>
              <a:rPr lang="ru-RU" dirty="0" smtClean="0"/>
              <a:t> узнать различные функции в </a:t>
            </a:r>
            <a:r>
              <a:rPr lang="en-US" dirty="0" smtClean="0"/>
              <a:t>Flask.</a:t>
            </a:r>
          </a:p>
          <a:p>
            <a:r>
              <a:rPr lang="ru-RU" dirty="0" smtClean="0"/>
              <a:t>Поработать с базой данных </a:t>
            </a:r>
            <a:r>
              <a:rPr lang="en-US" dirty="0" smtClean="0"/>
              <a:t>sqlite3 </a:t>
            </a:r>
            <a:r>
              <a:rPr lang="ru-RU" dirty="0" smtClean="0"/>
              <a:t>с помощью </a:t>
            </a:r>
            <a:r>
              <a:rPr lang="en-US" dirty="0" err="1" smtClean="0"/>
              <a:t>sqlalchemy</a:t>
            </a:r>
            <a:r>
              <a:rPr lang="en-US" dirty="0" smtClean="0"/>
              <a:t>.</a:t>
            </a:r>
          </a:p>
          <a:p>
            <a:r>
              <a:rPr lang="ru-RU" dirty="0" smtClean="0"/>
              <a:t>Поработать с файлами (</a:t>
            </a:r>
            <a:r>
              <a:rPr lang="en-US" dirty="0" err="1" smtClean="0"/>
              <a:t>png</a:t>
            </a:r>
            <a:r>
              <a:rPr lang="en-US" dirty="0" smtClean="0"/>
              <a:t>, jpg, pdf),</a:t>
            </a:r>
            <a:r>
              <a:rPr lang="ru-RU" dirty="0" smtClean="0"/>
              <a:t> и узнать новые модули для работы с файлами.</a:t>
            </a:r>
          </a:p>
          <a:p>
            <a:r>
              <a:rPr lang="ru-RU" dirty="0" smtClean="0"/>
              <a:t>Написать интуитивно понятный дизайн для сайта с использованием компонентов </a:t>
            </a:r>
            <a:r>
              <a:rPr lang="en-US" dirty="0" smtClean="0"/>
              <a:t>Bootstrap, html, </a:t>
            </a:r>
            <a:r>
              <a:rPr lang="en-US" dirty="0" err="1" smtClean="0"/>
              <a:t>css</a:t>
            </a:r>
            <a:r>
              <a:rPr lang="en-US" dirty="0" smtClean="0"/>
              <a:t>.</a:t>
            </a:r>
          </a:p>
          <a:p>
            <a:r>
              <a:rPr lang="ru-RU" dirty="0" smtClean="0"/>
              <a:t>Написать многофункциональный сайт.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6864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7600"/>
          </a:xfrm>
        </p:spPr>
        <p:txBody>
          <a:bodyPr/>
          <a:lstStyle/>
          <a:p>
            <a:r>
              <a:rPr lang="en-US" dirty="0" smtClean="0"/>
              <a:t>                                 </a:t>
            </a:r>
            <a:r>
              <a:rPr lang="ru-RU" sz="6000" dirty="0" smtClean="0"/>
              <a:t>Проект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4772025" y="3457574"/>
            <a:ext cx="962025" cy="27193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08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Главная страница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538" y="1825625"/>
            <a:ext cx="9700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8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регистрации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161" y="1825625"/>
            <a:ext cx="96296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авторизации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459" y="1825625"/>
            <a:ext cx="97930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6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Главная страница (для авторизованных пользователей)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652" y="1825625"/>
            <a:ext cx="97506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7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Главная страница (для администратора)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787" y="1825625"/>
            <a:ext cx="97484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8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с избранным книгами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221" y="1825625"/>
            <a:ext cx="97455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24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фильтров на главной странице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727" y="1825625"/>
            <a:ext cx="97445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7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с подробной информацией о книге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372" y="1825625"/>
            <a:ext cx="97672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366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Добавление книг (для администратора)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351" y="1825625"/>
            <a:ext cx="96792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7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Редактирование книги (для администратора)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640" y="1825625"/>
            <a:ext cx="96387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8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Особенности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Администратор может добавлять</a:t>
            </a:r>
            <a:r>
              <a:rPr lang="en-US" dirty="0" smtClean="0"/>
              <a:t>,</a:t>
            </a:r>
            <a:r>
              <a:rPr lang="ru-RU" dirty="0" smtClean="0"/>
              <a:t> редактировать</a:t>
            </a:r>
            <a:r>
              <a:rPr lang="en-US" dirty="0" smtClean="0"/>
              <a:t>,</a:t>
            </a:r>
            <a:r>
              <a:rPr lang="ru-RU" dirty="0" smtClean="0"/>
              <a:t> удалять книги</a:t>
            </a:r>
            <a:r>
              <a:rPr lang="ru-RU" dirty="0"/>
              <a:t> </a:t>
            </a:r>
            <a:r>
              <a:rPr lang="ru-RU" dirty="0" smtClean="0"/>
              <a:t>в отличие от обычного авторизованного пользователя.</a:t>
            </a:r>
            <a:endParaRPr lang="ru-RU" dirty="0"/>
          </a:p>
          <a:p>
            <a:r>
              <a:rPr lang="ru-RU" dirty="0" smtClean="0"/>
              <a:t>Авторизованный пользователь может добавлять книги в избранное</a:t>
            </a:r>
            <a:r>
              <a:rPr lang="ru-RU" dirty="0"/>
              <a:t> </a:t>
            </a:r>
            <a:r>
              <a:rPr lang="ru-RU" dirty="0" smtClean="0"/>
              <a:t>в отличие от неавторизованного.</a:t>
            </a:r>
          </a:p>
          <a:p>
            <a:r>
              <a:rPr lang="ru-RU" dirty="0" smtClean="0"/>
              <a:t>Все пользователи могут скачивать</a:t>
            </a:r>
            <a:r>
              <a:rPr lang="en-US" dirty="0" smtClean="0"/>
              <a:t>, </a:t>
            </a:r>
            <a:r>
              <a:rPr lang="ru-RU" dirty="0" smtClean="0"/>
              <a:t>читать</a:t>
            </a:r>
            <a:r>
              <a:rPr lang="en-US" dirty="0" smtClean="0"/>
              <a:t>, </a:t>
            </a:r>
            <a:r>
              <a:rPr lang="ru-RU" dirty="0" smtClean="0"/>
              <a:t>просматривать подробную информацию о книге</a:t>
            </a:r>
            <a:r>
              <a:rPr lang="ru-RU" dirty="0"/>
              <a:t> </a:t>
            </a:r>
            <a:r>
              <a:rPr lang="ru-RU" dirty="0" smtClean="0"/>
              <a:t>на сайте.</a:t>
            </a:r>
          </a:p>
          <a:p>
            <a:r>
              <a:rPr lang="ru-RU" dirty="0" smtClean="0"/>
              <a:t>Раздел избранных книг для каждого пользователя индивидуален</a:t>
            </a:r>
            <a:r>
              <a:rPr lang="en-US" dirty="0" smtClean="0"/>
              <a:t>,</a:t>
            </a:r>
            <a:r>
              <a:rPr lang="ru-RU" dirty="0" smtClean="0"/>
              <a:t> и видеть свои книги могут только </a:t>
            </a:r>
            <a:r>
              <a:rPr lang="ru-RU" dirty="0" smtClean="0"/>
              <a:t>они</a:t>
            </a:r>
            <a:r>
              <a:rPr lang="ru-RU" dirty="0" smtClean="0"/>
              <a:t>. Для этого реализована связь </a:t>
            </a:r>
            <a:r>
              <a:rPr lang="en-US" dirty="0" smtClean="0"/>
              <a:t>“</a:t>
            </a:r>
            <a:r>
              <a:rPr lang="ru-RU" dirty="0" smtClean="0"/>
              <a:t>многие ко многим</a:t>
            </a:r>
            <a:r>
              <a:rPr lang="en-US" dirty="0" smtClean="0"/>
              <a:t>”</a:t>
            </a:r>
            <a:r>
              <a:rPr lang="ru-RU" dirty="0" smtClean="0"/>
              <a:t> между таблицей с пользователями и таблицей с книгами.</a:t>
            </a:r>
          </a:p>
          <a:p>
            <a:r>
              <a:rPr lang="ru-RU" dirty="0" smtClean="0"/>
              <a:t>Для добавления книг в избранное используются динамические кнопки</a:t>
            </a:r>
            <a:r>
              <a:rPr lang="en-US" dirty="0" smtClean="0"/>
              <a:t>,</a:t>
            </a:r>
            <a:r>
              <a:rPr lang="ru-RU" dirty="0" smtClean="0"/>
              <a:t> которые меняют свой вид при нажатии.</a:t>
            </a:r>
            <a:endParaRPr lang="ru-RU" dirty="0" smtClean="0"/>
          </a:p>
          <a:p>
            <a:r>
              <a:rPr lang="ru-RU" dirty="0" smtClean="0"/>
              <a:t>Есть деление книг на жанры и фильтрация книг по жанрам.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255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77439"/>
            <a:ext cx="3759926" cy="1789611"/>
          </a:xfrm>
        </p:spPr>
        <p:txBody>
          <a:bodyPr/>
          <a:lstStyle/>
          <a:p>
            <a:r>
              <a:rPr lang="ru-RU" dirty="0" smtClean="0"/>
              <a:t>Схема базы данных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4961" y="274319"/>
            <a:ext cx="6035040" cy="63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16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4158">
              <a:srgbClr val="BED7E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Возможные доработки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Возможность фильтровать книги не только по жанрам</a:t>
            </a:r>
            <a:r>
              <a:rPr lang="en-US" dirty="0" smtClean="0"/>
              <a:t>, </a:t>
            </a:r>
            <a:r>
              <a:rPr lang="ru-RU" dirty="0" smtClean="0"/>
              <a:t>но и по названию</a:t>
            </a:r>
            <a:r>
              <a:rPr lang="en-US" dirty="0" smtClean="0"/>
              <a:t>, </a:t>
            </a:r>
            <a:r>
              <a:rPr lang="ru-RU" dirty="0" smtClean="0"/>
              <a:t>добавлениям в избранное и т. д.</a:t>
            </a:r>
          </a:p>
          <a:p>
            <a:r>
              <a:rPr lang="ru-RU" dirty="0" smtClean="0"/>
              <a:t>Сделать для обычных авторизованных пользователей возможность добавлять книги</a:t>
            </a:r>
            <a:r>
              <a:rPr lang="en-US" dirty="0" smtClean="0"/>
              <a:t>,</a:t>
            </a:r>
            <a:r>
              <a:rPr lang="ru-RU" dirty="0" smtClean="0"/>
              <a:t> которые администратор либо принимает</a:t>
            </a:r>
            <a:r>
              <a:rPr lang="en-US" dirty="0" smtClean="0"/>
              <a:t>,</a:t>
            </a:r>
            <a:r>
              <a:rPr lang="ru-RU" dirty="0" smtClean="0"/>
              <a:t> либо отклоняет</a:t>
            </a:r>
            <a:r>
              <a:rPr lang="ru-RU" dirty="0"/>
              <a:t>.</a:t>
            </a:r>
            <a:r>
              <a:rPr lang="ru-RU" dirty="0" smtClean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6182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11396" y="365125"/>
            <a:ext cx="4369207" cy="1325563"/>
          </a:xfrm>
        </p:spPr>
        <p:txBody>
          <a:bodyPr/>
          <a:lstStyle/>
          <a:p>
            <a:r>
              <a:rPr lang="ru-RU" dirty="0" smtClean="0"/>
              <a:t>Ссылка на </a:t>
            </a:r>
            <a:r>
              <a:rPr lang="en-US" dirty="0" err="1" smtClean="0"/>
              <a:t>github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1396" y="1825625"/>
            <a:ext cx="43692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320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286</Words>
  <Application>Microsoft Office PowerPoint</Application>
  <PresentationFormat>Широкоэкранный</PresentationFormat>
  <Paragraphs>33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 Office</vt:lpstr>
      <vt:lpstr>OnlineLibrary</vt:lpstr>
      <vt:lpstr>Идея проекта:</vt:lpstr>
      <vt:lpstr>Задачи проекта:</vt:lpstr>
      <vt:lpstr>                                 Проект:</vt:lpstr>
      <vt:lpstr>Главная страница</vt:lpstr>
      <vt:lpstr>Страница регистрации</vt:lpstr>
      <vt:lpstr>Страница авторизации</vt:lpstr>
      <vt:lpstr>Главная страница (для авторизованных пользователей)</vt:lpstr>
      <vt:lpstr>Главная страница (для администратора)</vt:lpstr>
      <vt:lpstr>Страница с избранным книгами</vt:lpstr>
      <vt:lpstr>Пример работы фильтров на главной странице</vt:lpstr>
      <vt:lpstr>Страница с подробной информацией о книге</vt:lpstr>
      <vt:lpstr>Добавление книг (для администратора)</vt:lpstr>
      <vt:lpstr>Редактирование книги (для администратора)</vt:lpstr>
      <vt:lpstr>Особенности приложения</vt:lpstr>
      <vt:lpstr>Схема базы данных</vt:lpstr>
      <vt:lpstr>Возможные доработки</vt:lpstr>
      <vt:lpstr>Ссылка на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OnlineLibrary</dc:title>
  <dc:creator>Name</dc:creator>
  <cp:lastModifiedBy>Name</cp:lastModifiedBy>
  <cp:revision>8</cp:revision>
  <dcterms:created xsi:type="dcterms:W3CDTF">2025-05-18T17:19:36Z</dcterms:created>
  <dcterms:modified xsi:type="dcterms:W3CDTF">2025-06-23T17:06:32Z</dcterms:modified>
</cp:coreProperties>
</file>